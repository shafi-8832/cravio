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fea0908-e83f-5151-829e-1b8e984c0f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45720"/>
            <a:ext cx="12023048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617bb5-f1d1-5843-9fa3-699d82f87e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45720"/>
            <a:ext cx="12023048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b9d7d4f-88fa-5d9a-a4ad-64fe4076a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45720"/>
            <a:ext cx="12023048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2ca7a04-14e5-5572-8d51-87277be051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45720"/>
            <a:ext cx="12023048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e4803a6-0210-556a-b4e8-698fad919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45720"/>
            <a:ext cx="12023048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d21eda6-b16b-5018-9c4b-88b09d823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45720"/>
            <a:ext cx="12023048" cy="6766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