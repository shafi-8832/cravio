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atabase_project_overview_presentation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0" y="91440"/>
            <a:ext cx="11860574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ustomer_section_er_diagram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0" y="91440"/>
            <a:ext cx="11860574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taurant_database_projec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0" y="91440"/>
            <a:ext cx="11860574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der_and_payment_sec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0" y="91440"/>
            <a:ext cx="11860574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livery_partner_section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0" y="91440"/>
            <a:ext cx="11860574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lete_er_diagram_for_food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0" y="91440"/>
            <a:ext cx="11860574" cy="6675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